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893-3478-4095-AAC2-A79E6BF074F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1502-3290-4BB0-B280-D0AC78648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962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893-3478-4095-AAC2-A79E6BF074F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1502-3290-4BB0-B280-D0AC78648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215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893-3478-4095-AAC2-A79E6BF074F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1502-3290-4BB0-B280-D0AC78648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186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893-3478-4095-AAC2-A79E6BF074F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1502-3290-4BB0-B280-D0AC78648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373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893-3478-4095-AAC2-A79E6BF074F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1502-3290-4BB0-B280-D0AC78648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439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893-3478-4095-AAC2-A79E6BF074F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1502-3290-4BB0-B280-D0AC78648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791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893-3478-4095-AAC2-A79E6BF074F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1502-3290-4BB0-B280-D0AC78648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257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893-3478-4095-AAC2-A79E6BF074F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1502-3290-4BB0-B280-D0AC78648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84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893-3478-4095-AAC2-A79E6BF074F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1502-3290-4BB0-B280-D0AC78648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040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893-3478-4095-AAC2-A79E6BF074F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1502-3290-4BB0-B280-D0AC78648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92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893-3478-4095-AAC2-A79E6BF074F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1502-3290-4BB0-B280-D0AC78648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972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72893-3478-4095-AAC2-A79E6BF074F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A1502-3290-4BB0-B280-D0AC78648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763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890" y="0"/>
            <a:ext cx="49362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702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2026-01-05T15:34:45Z</dcterms:created>
  <dcterms:modified xsi:type="dcterms:W3CDTF">2026-01-05T15:34:52Z</dcterms:modified>
</cp:coreProperties>
</file>